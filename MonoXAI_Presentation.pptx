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66CC"/>
                </a:solidFill>
              </a:defRPr>
            </a:pPr>
            <a:r>
              <a:t>MonoXAI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High-Precision Forensics &amp; Telemetry Platform</a:t>
            </a:r>
          </a:p>
          <a:p/>
          <a:p>
            <a:r>
              <a:t>Automated Instrumentation | Stream Processing | AI Diagnostics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MonoXAI?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premium observability stack designed for multi-service environments.</a:t>
            </a:r>
          </a:p>
          <a:p>
            <a:pPr lvl="1"/>
            <a:r>
              <a:t>Automated Instrumentation: Effortlessly track services without heavy code changes.</a:t>
            </a:r>
          </a:p>
          <a:p>
            <a:pPr lvl="1"/>
            <a:r>
              <a:t>High-Throughput Stream Processing: Powered by Bytewax for real-time trace reconstruction.</a:t>
            </a:r>
          </a:p>
          <a:p>
            <a:pPr lvl="1"/>
            <a:r>
              <a:t>AI-Powered Diagnostic Engine: Root cause analysis fueled by Google's Gemini.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flow designed for scale and insights:</a:t>
            </a:r>
          </a:p>
          <a:p>
            <a:pPr lvl="1"/>
            <a:r>
              <a:t>Microservices Layer: API Gateway (Node.js) &amp; Quote Service (Python)</a:t>
            </a:r>
          </a:p>
          <a:p>
            <a:pPr lvl="1"/>
            <a:r>
              <a:t>Instrumentation: Node &amp; Python Wrappers feeding OTel Collector</a:t>
            </a:r>
          </a:p>
          <a:p>
            <a:pPr lvl="1"/>
            <a:r>
              <a:t>Data Pipeline: OTel Collector -&gt; RabbitMQ -&gt; Bytewax Processor</a:t>
            </a:r>
          </a:p>
          <a:p>
            <a:pPr lvl="1"/>
            <a:r>
              <a:t>Intelligence: FastAPI Backend + SQLite + Gemini 1.5 Flash</a:t>
            </a:r>
          </a:p>
          <a:p>
            <a:pPr lvl="1"/>
            <a:r>
              <a:t>Frontend: React Dashboard (Vite) for Live Analytics &amp; Forensics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Forensic Activity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Phase 5 reconstructs cross-service traces:</a:t>
            </a:r>
          </a:p>
          <a:p>
            <a:pPr lvl="1"/>
            <a:r>
              <a:t>User Traffic hits services generating multiple telemetry spans.</a:t>
            </a:r>
          </a:p>
          <a:p>
            <a:pPr lvl="1"/>
            <a:r>
              <a:t>OTel Collector pushes spans, redacts PII, and streams to RabbitMQ.</a:t>
            </a:r>
          </a:p>
          <a:p>
            <a:pPr lvl="1"/>
            <a:r>
              <a:t>Bytewax aggregates via 10s Tumbling Window, reconstructing full traces.</a:t>
            </a:r>
          </a:p>
          <a:p>
            <a:pPr lvl="1"/>
            <a:r>
              <a:t>Backend stores full inventory &amp; alerts in telemetry.db.</a:t>
            </a:r>
          </a:p>
          <a:p>
            <a:pPr lvl="1"/>
            <a:r>
              <a:t>User requests Forensics -&gt; Backend queries Gemini AI -&gt; AI returns RCA &amp; Fixes.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RCA: Instant root cause analysis with suggested fixes.</a:t>
            </a:r>
          </a:p>
          <a:p>
            <a:r>
              <a:t>Trace Waterfall: Multi-service visualization reconstructed in flight.</a:t>
            </a:r>
          </a:p>
          <a:p>
            <a:r>
              <a:t>Sparkline Wave: Real-time throughput and latency trends.</a:t>
            </a:r>
          </a:p>
          <a:p>
            <a:r>
              <a:t>Resource Saturation: Live CPU and Memory tracking.</a:t>
            </a:r>
          </a:p>
          <a:p>
            <a:r>
              <a:t>Sidebar Controls: Production-grade toggles for Live Mode and Auto-Correlation.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locally with minimal setup:</a:t>
            </a:r>
          </a:p>
          <a:p>
            <a:pPr lvl="1"/>
            <a:r>
              <a:t>Prerequisites: Docker, RabbitMQ (v3.9+), Python 3.10+, Node 18+, Gemini API Key.</a:t>
            </a:r>
          </a:p>
          <a:p>
            <a:pPr lvl="1"/>
            <a:r>
              <a:t>Setup: Add GEMINI_API_KEY to .env in dashboard/backend/.</a:t>
            </a:r>
          </a:p>
          <a:p>
            <a:pPr lvl="1"/>
            <a:r>
              <a:t>Launch: Execute start.sh (Linux/Mac) or start-windows.ps1 (Windows).</a:t>
            </a:r>
          </a:p>
          <a:p>
            <a:pPr lvl="1"/>
            <a:r>
              <a:t>Access: Open React Dashboard at http://localhost:5173.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