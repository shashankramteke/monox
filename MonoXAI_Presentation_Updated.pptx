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66CC"/>
                </a:solidFill>
              </a:defRPr>
            </a:pPr>
            <a:r>
              <a:t>MonoXAI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High-Precision Forensics &amp; Telemetry Platform</a:t>
            </a:r>
          </a:p>
          <a:p/>
          <a:p>
            <a:r>
              <a:t>Automated Instrumentation | Stream Processing | AI Diagnostics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MonoXAI?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premium observability stack designed for multi-service environments.</a:t>
            </a:r>
          </a:p>
          <a:p>
            <a:pPr lvl="1"/>
            <a:r>
              <a:t>Automated Instrumentation: Effortlessly track services without heavy code changes.</a:t>
            </a:r>
          </a:p>
          <a:p>
            <a:pPr lvl="1"/>
            <a:r>
              <a:t>High-Throughput Stream Processing: Powered by Bytewax for real-time trace reconstruction.</a:t>
            </a:r>
          </a:p>
          <a:p>
            <a:pPr lvl="1"/>
            <a:r>
              <a:t>AI-Powered Diagnostic Engine: Root cause analysis fueled by Google's Gemini.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flow designed for scale and insights:</a:t>
            </a:r>
          </a:p>
          <a:p>
            <a:pPr lvl="1"/>
            <a:r>
              <a:t>Microservices Layer: API Gateway (Node.js) &amp; Quote Service (Python)</a:t>
            </a:r>
          </a:p>
          <a:p>
            <a:pPr lvl="1"/>
            <a:r>
              <a:t>Instrumentation: Node &amp; Python Wrappers feeding OTel Collector</a:t>
            </a:r>
          </a:p>
          <a:p>
            <a:pPr lvl="1"/>
            <a:r>
              <a:t>Data Pipeline: OTel Collector -&gt; RabbitMQ -&gt; Bytewax Processor</a:t>
            </a:r>
          </a:p>
          <a:p>
            <a:pPr lvl="1"/>
            <a:r>
              <a:t>Intelligence: FastAPI Backend + SQLite + Gemini AI</a:t>
            </a:r>
          </a:p>
          <a:p>
            <a:pPr lvl="1"/>
            <a:r>
              <a:t>Frontend: React Dashboard (Vite) for Live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Forensic Activity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cross-service traces are reconstructed:</a:t>
            </a:r>
          </a:p>
          <a:p>
            <a:pPr lvl="1"/>
            <a:r>
              <a:t>User Traffic hits services generating multiple telemetry spans.</a:t>
            </a:r>
          </a:p>
          <a:p>
            <a:pPr lvl="1"/>
            <a:r>
              <a:t>OTel Collector pushes spans, redacts PII, and streams to RabbitMQ.</a:t>
            </a:r>
          </a:p>
          <a:p>
            <a:pPr lvl="1"/>
            <a:r>
              <a:t>Bytewax aggregates via Tumbling Window, rebuilding full traces.</a:t>
            </a:r>
          </a:p>
          <a:p>
            <a:pPr lvl="1"/>
            <a:r>
              <a:t>Backend requests Forensics -&gt; Gemini AI returns RCA &amp; Fixes.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RCA: Instant root cause analysis with suggested fixes.</a:t>
            </a:r>
          </a:p>
          <a:p>
            <a:r>
              <a:t>Trace Waterfall: Multi-service visualization reconstructed in flight.</a:t>
            </a:r>
          </a:p>
          <a:p>
            <a:r>
              <a:t>Sparkline Wave &amp; Resource Saturation: Real-time throughput and CPU/Memory.</a:t>
            </a:r>
          </a:p>
          <a:p>
            <a:r>
              <a:t>Sidebar Controls: Toggles for Live Mode and Auto-Correlation.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Stream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MonoXAI's Stream Processor detects various anomaly streams:</a:t>
            </a:r>
          </a:p>
          <a:p>
            <a:pPr lvl="1"/>
            <a:r>
              <a:t>N+1 Query Regression: Detects excessive downstream calls (e.g. DB queries) using Chebyshev bound on span count.</a:t>
            </a:r>
          </a:p>
          <a:p>
            <a:pPr lvl="1"/>
            <a:r>
              <a:t>Bimodal Latency: Identifies sudden latency spikes or dual-mode performance using EWMA variance.</a:t>
            </a:r>
          </a:p>
          <a:p>
            <a:pPr lvl="1"/>
            <a:r>
              <a:t>Dangling Parent: Finds broken dependency chains (e.g. missing parent spans in distributed traces).</a:t>
            </a:r>
          </a:p>
          <a:p>
            <a:pPr lvl="1"/>
            <a:r>
              <a:t>PII Redaction Density: Monitors the ratio of PII redactions over a sliding window.</a:t>
            </a:r>
          </a:p>
          <a:p>
            <a:pPr lvl="1"/>
            <a:r>
              <a:t>ML Ensembles: Captures Statistical Outliers, Reconstruction Anomalies, and Boundary Anomalies.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 Questions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What is MonoXAI and what problem does it solve?</a:t>
            </a:r>
          </a:p>
          <a:p>
            <a:pPr lvl="1"/>
            <a:r>
              <a:t>A: It is a platform for high-precision forensics and telemetry in microservices to easily track distributed applications.</a:t>
            </a:r>
          </a:p>
          <a:p>
            <a:r>
              <a:t>Q: What is an N+1 query and how does MonoXAI detect it?</a:t>
            </a:r>
          </a:p>
          <a:p>
            <a:pPr lvl="1"/>
            <a:r>
              <a:t>A: It occurs when an app makes N additional queries to fetch related data. MonoXAI detects it by monitoring span counts using statistical bounds.</a:t>
            </a:r>
          </a:p>
          <a:p>
            <a:r>
              <a:t>Q: How does Bytewax help in trace reconstruction?</a:t>
            </a:r>
          </a:p>
          <a:p>
            <a:pPr lvl="1"/>
            <a:r>
              <a:t>A: It aggregates telemetry data streams using time windows (e.g. 10s Tumbling Window) to rebuild scattered cross-service spans into full traces.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 Questions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What role does the Gemini AI play in this platform?</a:t>
            </a:r>
          </a:p>
          <a:p>
            <a:pPr lvl="1"/>
            <a:r>
              <a:t>A: It performs Root Cause Analysis (RCA) on full traces, identifying errors and suggesting actionable fixes.</a:t>
            </a:r>
          </a:p>
          <a:p>
            <a:r>
              <a:t>Q: Explain Bimodal Latency.</a:t>
            </a:r>
          </a:p>
          <a:p>
            <a:pPr lvl="1"/>
            <a:r>
              <a:t>A: It happens when a service typically responds quickly but occasionally experiences severe slowdowns, creating two distinct latency modes.</a:t>
            </a:r>
          </a:p>
          <a:p>
            <a:r>
              <a:t>Q: How is PII handled in the pipeline?</a:t>
            </a:r>
          </a:p>
          <a:p>
            <a:pPr lvl="1"/>
            <a:r>
              <a:t>A: The OTel Collector redacts PII before streaming. A detector monitors this redaction density to ensure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